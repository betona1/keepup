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965960"/>
            <a:ext cx="28346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DB94F"/>
                </a:solidFill>
                <a:latin typeface="맑은 고딕"/>
              </a:rPr>
              <a:t>GOOGLE PLAY 출시 준비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맑은 고딕"/>
              </a:rPr>
              <a:t>로그챌린지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맑은 고딕"/>
              </a:rPr>
              <a:t>Log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FE3D8"/>
                </a:solidFill>
                <a:latin typeface="맑은 고딕"/>
              </a:rPr>
              <a:t>습관 인증 챌린지 · v1.1.0 · EXANSYS 조직 계정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FA090"/>
                </a:solidFill>
                <a:latin typeface="맑은 고딕"/>
              </a:rPr>
              <a:t>com.keywordream.keepup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63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7FA090"/>
                </a:solidFill>
                <a:latin typeface="맑은 고딕"/>
              </a:rPr>
              <a:t>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8A28"/>
                </a:solidFill>
                <a:latin typeface="맑은 고딕"/>
              </a:rPr>
              <a:t>01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333"/>
                </a:solidFill>
                <a:latin typeface="맑은 고딕"/>
              </a:rPr>
              <a:t>진행 현황 — 앱·자산 완료, 등록만 남음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앱 v1.1.0 빌드·정식 서명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새 골드 메달 아이콘 · 백그라운드 타이머 · 자동 도장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스토어 자산 제작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아이콘 · 피처그래픽 · 스크린샷 5종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웹·도메인 라이브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log.keywordream.com (개인정보처리방침 포함)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크래시·안정성 테스트 통과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몽키 3,000 이벤트 무크래시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GitHub 릴리스 v1.1.0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KeepUp.apk 고정 다운로드 링크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1700" b="1">
                <a:solidFill>
                  <a:srgbClr val="1E9E63"/>
                </a:solidFill>
                <a:latin typeface="맑은 고딕"/>
              </a:rPr>
              <a:t>✓  Play Console 등록 — 진행 예정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B6379"/>
                </a:solidFill>
                <a:latin typeface="맑은 고딕"/>
              </a:rPr>
              <a:t>      본인이 발행·선언 클릭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0C0"/>
                </a:solidFill>
                <a:latin typeface="맑은 고딕"/>
              </a:rPr>
              <a:t>로그챌린지 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0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8A28"/>
                </a:solidFill>
                <a:latin typeface="맑은 고딕"/>
              </a:rPr>
              <a:t>02 ·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333"/>
                </a:solidFill>
                <a:latin typeface="맑은 고딕"/>
              </a:rPr>
              <a:t>준비된 파일 · 디렉토리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06640"/>
              </a:tblGrid>
              <a:tr h="477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T="50800" marB="50800">
                    <a:solidFill>
                      <a:srgbClr val="1445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anchor="ctr" marT="50800" marB="50800">
                    <a:solidFill>
                      <a:srgbClr val="14453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앱 번들 (AAB · 업로드용)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E:\app\LogChallenge-1.1.0-release.aab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앱 아이콘 512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E:\app\keepup\store_assets\icon_512.png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피처 그래픽 1024×500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store_assets\screenshots\00_feature_graphic.png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스크린샷 5장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store_assets\screenshots\01_home.png ~ 05_alarm.png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개인정보처리방침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https://log.keywordream.com/privacy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이용약관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https://log.keywordream.com/terms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복붙 키트(원문)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E:\app\keepup\PLAY_SUBMIT_KIT.md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333"/>
                          </a:solidFill>
                          <a:latin typeface="맑은 고딕"/>
                        </a:rPr>
                        <a:t>업로드 키스토어(분실금지)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A48"/>
                          </a:solidFill>
                          <a:latin typeface="Consolas"/>
                        </a:rPr>
                        <a:t>E:\app\keepup_keystore_backup</a:t>
                      </a:r>
                    </a:p>
                  </a:txBody>
                  <a:tcPr anchor="ctr" marT="50800" marB="508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0C0"/>
                </a:solidFill>
                <a:latin typeface="맑은 고딕"/>
              </a:rPr>
              <a:t>로그챌린지 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8A28"/>
                </a:solidFill>
                <a:latin typeface="맑은 고딕"/>
              </a:rPr>
              <a:t>03 · STORE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333"/>
                </a:solidFill>
                <a:latin typeface="맑은 고딕"/>
              </a:rPr>
              <a:t>스토어 등록정보 (복붙)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379"/>
                </a:solidFill>
                <a:latin typeface="맑은 고딕"/>
              </a:rPr>
              <a:t>앱 이름 · 제목 (30자 이내)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1060704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B2333"/>
                </a:solidFill>
                <a:latin typeface="맑은 고딕"/>
              </a:rPr>
              <a:t>로그챌린지 - 습관 인증 챌린지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379"/>
                </a:solidFill>
                <a:latin typeface="맑은 고딕"/>
              </a:rPr>
              <a:t>짧은 설명 (80자 이내)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29000"/>
            <a:ext cx="10607040" cy="8686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0241280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B2333"/>
                </a:solidFill>
                <a:latin typeface="맑은 고딕"/>
              </a:rPr>
              <a:t>매일 습관을 사진·타이머로 인증하고 도장으로 남기는 습관 챌린지. 마감 전 알림이 놓치지 않게 붙잡아줘요.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379"/>
                </a:solidFill>
                <a:latin typeface="맑은 고딕"/>
              </a:rPr>
              <a:t>전체 설명 핵심 키워드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92040"/>
            <a:ext cx="1060704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10328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B2333"/>
                </a:solidFill>
                <a:latin typeface="맑은 고딕"/>
              </a:rPr>
              <a:t>사진·타이머·녹음·영상 인증 · 날짜 워터마크 · 마감 3시간 전 알림 · 도장 달력 · 적립형/결과형 · 66일 시즌 · habit tracker · 루틴 · 습관챌린지  (전체 원문: PLAY_SUBMIT_KIT.md)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0C0"/>
                </a:solidFill>
                <a:latin typeface="맑은 고딕"/>
              </a:rPr>
              <a:t>로그챌린지 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8A28"/>
                </a:solidFill>
                <a:latin typeface="맑은 고딕"/>
              </a:rPr>
              <a:t>04 · DECLARATIONS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333"/>
                </a:solidFill>
                <a:latin typeface="맑은 고딕"/>
              </a:rPr>
              <a:t>필수 설문 — 답변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52578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74ED5"/>
                </a:solidFill>
                <a:latin typeface="맑은 고딕"/>
              </a:rPr>
              <a:t>데이터 보안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데이터 수집·공유 → 아니요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· 사진·영상·녹음·메모 전부 기기 내 저장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· 서버 전송 없음 = 수집 아님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2120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659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74ED5"/>
                </a:solidFill>
                <a:latin typeface="맑은 고딕"/>
              </a:rPr>
              <a:t>콘텐츠 등급 (IARC)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폭력·성인·욕설·도박 → 전부 없음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· 결과: 전체이용가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840480"/>
            <a:ext cx="525780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7764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74ED5"/>
                </a:solidFill>
                <a:latin typeface="맑은 고딕"/>
              </a:rPr>
              <a:t>광고 · 타겟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광고 포함 → 아니요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타겟 연령 → 만 13세 이상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· 아동 대상 아님 · 계정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52120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74ED5"/>
                </a:solidFill>
                <a:latin typeface="맑은 고딕"/>
              </a:rPr>
              <a:t>분류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카테고리 → 건강/피트니스 (또는 생산성)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B2333"/>
                </a:solidFill>
                <a:latin typeface="맑은 고딕"/>
              </a:rPr>
              <a:t>국가 → 대한민국 (→ 전체)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0C0"/>
                </a:solidFill>
                <a:latin typeface="맑은 고딕"/>
              </a:rPr>
              <a:t>로그챌린지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8A28"/>
                </a:solidFill>
                <a:latin typeface="맑은 고딕"/>
              </a:rPr>
              <a:t>05 · WATCH-OUTS &amp;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2333"/>
                </a:solidFill>
                <a:latin typeface="맑은 고딕"/>
              </a:rPr>
              <a:t>함정 &amp; 진행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32A19"/>
                </a:solidFill>
                <a:latin typeface="맑은 고딕"/>
              </a:rPr>
              <a:t>⚠ 미리 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1B2333"/>
                </a:solidFill>
                <a:latin typeface="맑은 고딕"/>
              </a:rPr>
              <a:t>• 정확한 알람 권한 선언 요구 가능 → 사유: 사용자 습관 마감 리마인더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1B2333"/>
                </a:solidFill>
                <a:latin typeface="맑은 고딕"/>
              </a:rPr>
              <a:t>• 카메라·마이크·사진 권한 → 인증 촬영(기기 내 저장), 데이터 수집 아님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1B2333"/>
                </a:solidFill>
                <a:latin typeface="맑은 고딕"/>
              </a:rPr>
              <a:t>• 업로드 후 Play 앱 서명 적용 · keystore=업로드 키로 계속 사용(분실 금지)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1B2333"/>
                </a:solidFill>
                <a:latin typeface="맑은 고딕"/>
              </a:rPr>
              <a:t>• 조직 계정 → 비공개 테스트 면제, 단 첫 제출은 검토(수일) 후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379"/>
                </a:solidFill>
                <a:latin typeface="맑은 고딕"/>
              </a:rPr>
              <a:t>진행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488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2333"/>
                </a:solidFill>
                <a:latin typeface="맑은 고딕"/>
              </a:rPr>
              <a:t>1.  앱 만들기 (이름: 로그챌린지)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B2333"/>
                </a:solidFill>
                <a:latin typeface="맑은 고딕"/>
              </a:rPr>
              <a:t>2.  정책·설문 입력 (04 답변)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B2333"/>
                </a:solidFill>
                <a:latin typeface="맑은 고딕"/>
              </a:rPr>
              <a:t>3.  프로덕션 → AAB 업로드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B2333"/>
                </a:solidFill>
                <a:latin typeface="맑은 고딕"/>
              </a:rPr>
              <a:t>4.  등록정보·이미지 첨부 (03)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B2333"/>
                </a:solidFill>
                <a:latin typeface="맑은 고딕"/>
              </a:rPr>
              <a:t>5.  검토 후 출시 클릭 (본인)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B0C0"/>
                </a:solidFill>
                <a:latin typeface="맑은 고딕"/>
              </a:rPr>
              <a:t>로그챌린지 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B0C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